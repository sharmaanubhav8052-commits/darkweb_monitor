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224D3-2F24-81C8-496D-1FA7D82DC6D0}" v="1" dt="2026-10-24T07:25:07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bhav Sharma" userId="cb2b83b454a56c58" providerId="Windows Live" clId="Web-{150224D3-2F24-81C8-496D-1FA7D82DC6D0}"/>
    <pc:docChg chg="modSld">
      <pc:chgData name="Anubhav Sharma" userId="cb2b83b454a56c58" providerId="Windows Live" clId="Web-{150224D3-2F24-81C8-496D-1FA7D82DC6D0}" dt="2026-10-24T07:25:07.347" v="0"/>
      <pc:docMkLst>
        <pc:docMk/>
      </pc:docMkLst>
      <pc:sldChg chg="addSp">
        <pc:chgData name="Anubhav Sharma" userId="cb2b83b454a56c58" providerId="Windows Live" clId="Web-{150224D3-2F24-81C8-496D-1FA7D82DC6D0}" dt="2026-10-24T07:25:07.347" v="0"/>
        <pc:sldMkLst>
          <pc:docMk/>
          <pc:sldMk cId="0" sldId="258"/>
        </pc:sldMkLst>
        <pc:spChg chg="add">
          <ac:chgData name="Anubhav Sharma" userId="cb2b83b454a56c58" providerId="Windows Live" clId="Web-{150224D3-2F24-81C8-496D-1FA7D82DC6D0}" dt="2026-10-24T07:25:07.347" v="0"/>
          <ac:spMkLst>
            <pc:docMk/>
            <pc:sldMk cId="0" sldId="258"/>
            <ac:spMk id="7" creationId="{5D115619-1C25-7025-13B2-A5998C6F7A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Arial"/>
              </a:defRPr>
            </a:pPr>
            <a:r>
              <a:t>MCA MINOR PROJECT PRESENTATION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DarkWeb Threat Monitoring, Detection and Prevention System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A simple web dashboard to detect dark web threats and give quick safety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389120"/>
            <a:ext cx="10058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509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PROJECT DETAILS &amp; TEAM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Submitted By:  Anubhav Sharma (Roll No: 2401530140029)  |  Anish Kumar (Roll No: 2401530140020)</a:t>
            </a:r>
            <a:br/>
            <a:r>
              <a:t>Under Guidance Of:  Prof. Priyanka Gaur</a:t>
            </a:r>
            <a:br/>
            <a:r>
              <a:t>Institution:  Lloyd Institute of Engineering &amp; Technology,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OVERVIEW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What is the DarkWeb?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Surface Web (4%)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Normal websites like Google and YouTube that anyone can open.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645920"/>
            <a:ext cx="3328416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90288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Deep Web (90%)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Private pages like bank accounts, emails, and college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645920"/>
            <a:ext cx="3328416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66176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Dark Web (6%)</a:t>
            </a:r>
          </a:p>
          <a:p>
            <a:pPr>
              <a:spcBef>
                <a:spcPts val="1000"/>
              </a:spcBef>
              <a:defRPr sz="1300">
                <a:solidFill>
                  <a:srgbClr val="E2E8F0"/>
                </a:solidFill>
              </a:defRPr>
            </a:pPr>
            <a:r>
              <a:t>Hidden encrypted websites that require special software like Tor to 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591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101772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Common Dark Web Threats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EA5E9"/>
                </a:solidFill>
              </a:rPr>
              <a:t>• Leaked Passwords:</a:t>
            </a:r>
            <a:r>
              <a:rPr sz="1300">
                <a:solidFill>
                  <a:srgbClr val="1E293B"/>
                </a:solidFill>
              </a:rPr>
              <a:t> Stolen emails and account passwords being sold.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EA5E9"/>
                </a:solidFill>
              </a:rPr>
              <a:t>• Malware Tools:</a:t>
            </a:r>
            <a:r>
              <a:rPr sz="1300">
                <a:solidFill>
                  <a:srgbClr val="1E293B"/>
                </a:solidFill>
              </a:rPr>
              <a:t> Hackers buying software to lock or infect computers.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EA5E9"/>
                </a:solidFill>
              </a:rPr>
              <a:t>• Data Breaches:</a:t>
            </a:r>
            <a:r>
              <a:rPr sz="1300">
                <a:solidFill>
                  <a:srgbClr val="1E293B"/>
                </a:solidFill>
              </a:rPr>
              <a:t> Company customer lists and internal database leaks.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EA5E9"/>
                </a:solidFill>
              </a:rPr>
              <a:t>• Exploit Trading:</a:t>
            </a:r>
            <a:r>
              <a:rPr sz="1300">
                <a:solidFill>
                  <a:srgbClr val="1E293B"/>
                </a:solidFill>
              </a:rPr>
              <a:t> Buying software bugs to hack enterprise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THE PURPOSE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Why We Built This Project?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8464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36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11D48"/>
                </a:solidFill>
              </a:defRPr>
            </a:pPr>
            <a:r>
              <a:t>The Main Problem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0F172A"/>
                </a:solidFill>
              </a:rPr>
              <a:t>• Antivirus Limit: </a:t>
            </a:r>
            <a:r>
              <a:rPr sz="1400">
                <a:solidFill>
                  <a:srgbClr val="1E293B"/>
                </a:solidFill>
              </a:rPr>
              <a:t>Antivirus only protects inside your computer.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0F172A"/>
                </a:solidFill>
              </a:rPr>
              <a:t>• No Leak Alerts: </a:t>
            </a:r>
            <a:r>
              <a:rPr sz="1400">
                <a:solidFill>
                  <a:srgbClr val="1E293B"/>
                </a:solidFill>
              </a:rPr>
              <a:t>If your password leaks on the dark web, antivirus won't tell you.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0F172A"/>
                </a:solidFill>
              </a:rPr>
              <a:t>• Hard to Check: </a:t>
            </a:r>
            <a:r>
              <a:rPr sz="1400">
                <a:solidFill>
                  <a:srgbClr val="1E293B"/>
                </a:solidFill>
              </a:rPr>
              <a:t>Dark web forums are hidden and confusing for normal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84648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47104" y="1828800"/>
            <a:ext cx="4636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Our Solution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0EA5E9"/>
                </a:solidFill>
              </a:rPr>
              <a:t>• Easy Dashboard: </a:t>
            </a:r>
            <a:r>
              <a:rPr sz="1400">
                <a:solidFill>
                  <a:srgbClr val="FFFFFF"/>
                </a:solidFill>
              </a:rPr>
              <a:t>A single web screen to view all threat alerts.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0EA5E9"/>
                </a:solidFill>
              </a:rPr>
              <a:t>• Instant Risk Score: </a:t>
            </a:r>
            <a:r>
              <a:rPr sz="1400">
                <a:solidFill>
                  <a:srgbClr val="FFFFFF"/>
                </a:solidFill>
              </a:rPr>
              <a:t>Calculates risk rating from 0 to 100 automatically.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0EA5E9"/>
                </a:solidFill>
              </a:rPr>
              <a:t>• Quick Advice: </a:t>
            </a:r>
            <a:r>
              <a:rPr sz="1400">
                <a:solidFill>
                  <a:srgbClr val="FFFFFF"/>
                </a:solidFill>
              </a:rPr>
              <a:t>Tells you immediately what action to take (like reset password).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15619-1C25-7025-13B2-A5998C6F7AD2}"/>
              </a:ext>
            </a:extLst>
          </p:cNvPr>
          <p:cNvSpPr txBox="1"/>
          <p:nvPr/>
        </p:nvSpPr>
        <p:spPr>
          <a:xfrm>
            <a:off x="6180666" y="643466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WHAT IT DOES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Main Project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Live Dashboard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Shows active threats and total threat counters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70832" y="1645920"/>
            <a:ext cx="109728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152" y="1828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Risk Calculator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Rates threat severity from 0 (low) to 100 (critical).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10144" y="1645920"/>
            <a:ext cx="109728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4" y="1828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Clear Risk Levels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Classifies threats into Critical, High, Medium, and 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09728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Safety Guidance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Gives instant recommendations to secure your account or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832" y="4023360"/>
            <a:ext cx="109728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42062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Database Storage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Saves all threat logs safely in a database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10144" y="4023360"/>
            <a:ext cx="109728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42062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PDF Download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Allows downloading structured threat reports with one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SIMPLE TECH STACK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591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Python &amp; Flask  —  </a:t>
            </a:r>
            <a:r>
              <a:rPr sz="1400">
                <a:solidFill>
                  <a:srgbClr val="1E293B"/>
                </a:solidFill>
              </a:rPr>
              <a:t>Backend logic and website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700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SQLite3  —  </a:t>
            </a:r>
            <a:r>
              <a:rPr sz="1400">
                <a:solidFill>
                  <a:srgbClr val="1E293B"/>
                </a:solidFill>
              </a:rPr>
              <a:t>Database to store threat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2591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5844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HTML, CSS &amp; JS  —  </a:t>
            </a:r>
            <a:r>
              <a:rPr sz="1400">
                <a:solidFill>
                  <a:srgbClr val="1E293B"/>
                </a:solidFill>
              </a:rPr>
              <a:t>Building the user interface and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591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4988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Chart.js  —  </a:t>
            </a:r>
            <a:r>
              <a:rPr sz="1400">
                <a:solidFill>
                  <a:srgbClr val="1E293B"/>
                </a:solidFill>
              </a:rPr>
              <a:t>Displaying visual pie and bar charts.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591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4132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VS Code  —  </a:t>
            </a:r>
            <a:r>
              <a:rPr sz="1400">
                <a:solidFill>
                  <a:srgbClr val="1E293B"/>
                </a:solidFill>
              </a:rPr>
              <a:t>Code editor used to write and run the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SIMPLE WORKFLOW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How the System Works?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A5E9"/>
                </a:solidFill>
              </a:rPr>
              <a:t>1. Enter Threat Text: </a:t>
            </a:r>
            <a:r>
              <a:rPr sz="1400">
                <a:solidFill>
                  <a:srgbClr val="1E293B"/>
                </a:solidFill>
              </a:rPr>
              <a:t>Analyst types or selects threat text in the Analyzer 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A5E9"/>
                </a:solidFill>
              </a:rPr>
              <a:t>2. Calculate Score: </a:t>
            </a:r>
            <a:r>
              <a:rPr sz="1400">
                <a:solidFill>
                  <a:srgbClr val="1E293B"/>
                </a:solidFill>
              </a:rPr>
              <a:t>Backend checks threat category and calculates the risk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9776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A5E9"/>
                </a:solidFill>
              </a:rPr>
              <a:t>3. Save to Database: </a:t>
            </a:r>
            <a:r>
              <a:rPr sz="1400">
                <a:solidFill>
                  <a:srgbClr val="1E293B"/>
                </a:solidFill>
              </a:rPr>
              <a:t>The result and safety tip are stored in SQLite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A5E9"/>
                </a:solidFill>
              </a:rPr>
              <a:t>4. Update Dashboard: </a:t>
            </a:r>
            <a:r>
              <a:rPr sz="1400">
                <a:solidFill>
                  <a:srgbClr val="1E293B"/>
                </a:solidFill>
              </a:rPr>
              <a:t>Dashboard charts and counters update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EASY BREAKDOWN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Risk Levels &amp;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8229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Score 90+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Action Needed:</a:t>
            </a:r>
            <a:br/>
            <a:r>
              <a:t>Isolate the computer immediately and change passwords.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8229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Score 70-89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Action Needed:</a:t>
            </a:r>
            <a:br/>
            <a:r>
              <a:t>Change account passwords and turn on 2FA.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468880" cy="82296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Score 50-69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Action Needed:</a:t>
            </a:r>
            <a:br/>
            <a:r>
              <a:t>Check the source and avoid clicking unknown links.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01168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61120" y="2011680"/>
            <a:ext cx="246888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21945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1752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Score &lt;50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Action Needed:</a:t>
            </a:r>
            <a:br/>
            <a:r>
              <a:t>Keep monitoring normally with basic cyber safety.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SCREENSHOTS &amp; SECTIONS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Website Pages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Dashboard Page — </a:t>
            </a:r>
            <a:r>
              <a:rPr sz="1400">
                <a:solidFill>
                  <a:srgbClr val="1E293B"/>
                </a:solidFill>
              </a:rPr>
              <a:t>Shows live counters, pie chart, and bar chart for all threats.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Threat Log Table — </a:t>
            </a:r>
            <a:r>
              <a:rPr sz="1400">
                <a:solidFill>
                  <a:srgbClr val="1E293B"/>
                </a:solidFill>
              </a:rPr>
              <a:t>Lists all saved threats with dates and risk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Threat Analyzer Form — </a:t>
            </a:r>
            <a:r>
              <a:rPr sz="1400">
                <a:solidFill>
                  <a:srgbClr val="1E293B"/>
                </a:solidFill>
              </a:rPr>
              <a:t>Form to test new threats and view instant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Reports Page — </a:t>
            </a:r>
            <a:r>
              <a:rPr sz="1400">
                <a:solidFill>
                  <a:srgbClr val="1E293B"/>
                </a:solidFill>
              </a:rPr>
              <a:t>Full summary table with a button to print or save as PDF.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SUMMARY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Conclusion &amp; Future Plans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8464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36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Conclusion</a:t>
            </a:r>
          </a:p>
          <a:p>
            <a:pPr>
              <a:spcBef>
                <a:spcPts val="1600"/>
              </a:spcBef>
              <a:defRPr sz="1400">
                <a:solidFill>
                  <a:srgbClr val="1E293B"/>
                </a:solidFill>
              </a:defRPr>
            </a:pPr>
            <a:r>
              <a:t>• Successfully created an easy and fast dark web threat dashboard.</a:t>
            </a:r>
          </a:p>
          <a:p>
            <a:pPr>
              <a:spcBef>
                <a:spcPts val="1600"/>
              </a:spcBef>
              <a:defRPr sz="1400">
                <a:solidFill>
                  <a:srgbClr val="1E293B"/>
                </a:solidFill>
              </a:defRPr>
            </a:pPr>
            <a:r>
              <a:t>• Calculates risk scores automatically and reduces manual work.</a:t>
            </a:r>
          </a:p>
          <a:p>
            <a:pPr>
              <a:spcBef>
                <a:spcPts val="1600"/>
              </a:spcBef>
              <a:defRPr sz="1400">
                <a:solidFill>
                  <a:srgbClr val="1E293B"/>
                </a:solidFill>
              </a:defRPr>
            </a:pPr>
            <a:r>
              <a:t>• Helps users know what action to take before an attack happens.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84648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47104" y="1828800"/>
            <a:ext cx="4636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Future Plans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• Connect live Tor web scrapers to fetch threat data automatically.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• Use AI / Machine Learning to understand complex hacker posts.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• Send instant email alerts to security teams when Critical threats appear.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EA5E9"/>
                </a:solidFill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2200">
                <a:solidFill>
                  <a:srgbClr val="FFFFFF"/>
                </a:solidFill>
              </a:defRPr>
            </a:pPr>
            <a:r>
              <a:t>Questions &amp; Answers</a:t>
            </a:r>
          </a:p>
          <a:p>
            <a:pPr algn="ctr"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Presented By: Anubhav Sharma &amp; Anish Kumar</a:t>
            </a:r>
            <a:br/>
            <a:r>
              <a:t>Department of Computer Applications | Lloyd Institute of Engineering &amp;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2026-10-24T07:25:07Z</dcterms:modified>
  <cp:category/>
</cp:coreProperties>
</file>